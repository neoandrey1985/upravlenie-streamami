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29" r:id="rId80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30" r:id="rId81"/>
    <p:sldId id="331" r:id="rId82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20.xml"/><Relationship Id="rId6" Type="http://schemas.openxmlformats.org/officeDocument/2006/relationships/slide" Target="slides/slide21.xml"/><Relationship Id="rId7" Type="http://schemas.openxmlformats.org/officeDocument/2006/relationships/slide" Target="slides/slide22.xml"/><Relationship Id="rId8" Type="http://schemas.openxmlformats.org/officeDocument/2006/relationships/slide" Target="slides/slide23.xml"/><Relationship Id="rId9" Type="http://schemas.openxmlformats.org/officeDocument/2006/relationships/slide" Target="slides/slide24.xml"/><Relationship Id="rId10" Type="http://schemas.openxmlformats.org/officeDocument/2006/relationships/slide" Target="slides/slide25.xml"/><Relationship Id="rId11" Type="http://schemas.openxmlformats.org/officeDocument/2006/relationships/slide" Target="slides/slide26.xml"/><Relationship Id="rId12" Type="http://schemas.openxmlformats.org/officeDocument/2006/relationships/slide" Target="slides/slide27.xml"/><Relationship Id="rId13" Type="http://schemas.openxmlformats.org/officeDocument/2006/relationships/slide" Target="slides/slide33.xml"/><Relationship Id="rId14" Type="http://schemas.openxmlformats.org/officeDocument/2006/relationships/slide" Target="slides/slide34.xml"/><Relationship Id="rId15" Type="http://schemas.openxmlformats.org/officeDocument/2006/relationships/slide" Target="slides/slide35.xml"/><Relationship Id="rId16" Type="http://schemas.openxmlformats.org/officeDocument/2006/relationships/slide" Target="slides/slide36.xml"/><Relationship Id="rId17" Type="http://schemas.openxmlformats.org/officeDocument/2006/relationships/slide" Target="slides/slide37.xml"/><Relationship Id="rId18" Type="http://schemas.openxmlformats.org/officeDocument/2006/relationships/slide" Target="slides/slide40.xml"/><Relationship Id="rId19" Type="http://schemas.openxmlformats.org/officeDocument/2006/relationships/slide" Target="slides/slide41.xml"/><Relationship Id="rId20" Type="http://schemas.openxmlformats.org/officeDocument/2006/relationships/slide" Target="slides/slide42.xml"/><Relationship Id="rId21" Type="http://schemas.openxmlformats.org/officeDocument/2006/relationships/slide" Target="slides/slide43.xml"/><Relationship Id="rId22" Type="http://schemas.openxmlformats.org/officeDocument/2006/relationships/slide" Target="slides/slide44.xml"/><Relationship Id="rId23" Type="http://schemas.openxmlformats.org/officeDocument/2006/relationships/slide" Target="slides/slide45.xml"/><Relationship Id="rId24" Type="http://schemas.openxmlformats.org/officeDocument/2006/relationships/slide" Target="slides/slide46.xml"/><Relationship Id="rId25" Type="http://schemas.openxmlformats.org/officeDocument/2006/relationships/slide" Target="slides/slide47.xml"/><Relationship Id="rId26" Type="http://schemas.openxmlformats.org/officeDocument/2006/relationships/slide" Target="slides/slide48.xml"/><Relationship Id="rId27" Type="http://schemas.openxmlformats.org/officeDocument/2006/relationships/slide" Target="slides/slide49.xml"/><Relationship Id="rId28" Type="http://schemas.openxmlformats.org/officeDocument/2006/relationships/slide" Target="slides/slide50.xml"/><Relationship Id="rId29" Type="http://schemas.openxmlformats.org/officeDocument/2006/relationships/slide" Target="slides/slide51.xml"/><Relationship Id="rId30" Type="http://schemas.openxmlformats.org/officeDocument/2006/relationships/slide" Target="slides/slide52.xml"/><Relationship Id="rId31" Type="http://schemas.openxmlformats.org/officeDocument/2006/relationships/slide" Target="slides/slide53.xml"/><Relationship Id="rId32" Type="http://schemas.openxmlformats.org/officeDocument/2006/relationships/slide" Target="slides/slide54.xml"/><Relationship Id="rId33" Type="http://schemas.openxmlformats.org/officeDocument/2006/relationships/slide" Target="slides/slide55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61.xml"/><Relationship Id="rId40" Type="http://schemas.openxmlformats.org/officeDocument/2006/relationships/slide" Target="slides/slide62.xml"/><Relationship Id="rId41" Type="http://schemas.openxmlformats.org/officeDocument/2006/relationships/slide" Target="slides/slide63.xml"/><Relationship Id="rId42" Type="http://schemas.openxmlformats.org/officeDocument/2006/relationships/slide" Target="slides/slide64.xml"/><Relationship Id="rId43" Type="http://schemas.openxmlformats.org/officeDocument/2006/relationships/slide" Target="slides/slide65.xml"/><Relationship Id="rId44" Type="http://schemas.openxmlformats.org/officeDocument/2006/relationships/slide" Target="slides/slide66.xml"/><Relationship Id="rId45" Type="http://schemas.openxmlformats.org/officeDocument/2006/relationships/slide" Target="slides/slide67.xml"/><Relationship Id="rId46" Type="http://schemas.openxmlformats.org/officeDocument/2006/relationships/slide" Target="slides/slide68.xml"/><Relationship Id="rId47" Type="http://schemas.openxmlformats.org/officeDocument/2006/relationships/slide" Target="slides/slide69.xml"/><Relationship Id="rId48" Type="http://schemas.openxmlformats.org/officeDocument/2006/relationships/slide" Target="slides/slide70.xml"/><Relationship Id="rId49" Type="http://schemas.openxmlformats.org/officeDocument/2006/relationships/slide" Target="slides/slide71.xml"/><Relationship Id="rId50" Type="http://schemas.openxmlformats.org/officeDocument/2006/relationships/slide" Target="slides/slide76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72.xml"/><Relationship Id="rId57" Type="http://schemas.openxmlformats.org/officeDocument/2006/relationships/slide" Target="slides/slide73.xml"/><Relationship Id="rId58" Type="http://schemas.openxmlformats.org/officeDocument/2006/relationships/slide" Target="slides/slide74.xml"/><Relationship Id="rId59" Type="http://schemas.openxmlformats.org/officeDocument/2006/relationships/slide" Target="slides/slide75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8.xml"/><Relationship Id="rId68" Type="http://schemas.openxmlformats.org/officeDocument/2006/relationships/slide" Target="slides/slide9.xml"/><Relationship Id="rId69" Type="http://schemas.openxmlformats.org/officeDocument/2006/relationships/slide" Target="slides/slide12.xml"/><Relationship Id="rId70" Type="http://schemas.openxmlformats.org/officeDocument/2006/relationships/slide" Target="slides/slide13.xml"/><Relationship Id="rId71" Type="http://schemas.openxmlformats.org/officeDocument/2006/relationships/slide" Target="slides/slide14.xml"/><Relationship Id="rId72" Type="http://schemas.openxmlformats.org/officeDocument/2006/relationships/slide" Target="slides/slide15.xml"/><Relationship Id="rId73" Type="http://schemas.openxmlformats.org/officeDocument/2006/relationships/slide" Target="slides/slide16.xml"/><Relationship Id="rId74" Type="http://schemas.openxmlformats.org/officeDocument/2006/relationships/slide" Target="slides/slide17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8.xml"/><Relationship Id="rId78" Type="http://schemas.openxmlformats.org/officeDocument/2006/relationships/slide" Target="slides/slide5.xml"/><Relationship Id="rId79" Type="http://schemas.openxmlformats.org/officeDocument/2006/relationships/slide" Target="slides/slide6.xml"/><Relationship Id="rId80" Type="http://schemas.openxmlformats.org/officeDocument/2006/relationships/slide" Target="slides/slide7.xml"/><Relationship Id="rId81" Type="http://schemas.openxmlformats.org/officeDocument/2006/relationships/slide" Target="slides/slide38.xml"/><Relationship Id="rId82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работа, стримы и команды,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— с сервером во всех командах и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риски, загрузка и отпуска.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Должности в команде управления, мои команды, фичи и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