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34" r:id="rId85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30" r:id="rId81"/>
    <p:sldId id="331" r:id="rId82"/>
    <p:sldId id="332" r:id="rId83"/>
    <p:sldId id="333" r:id="rId84"/>
    <p:sldId id="335" r:id="rId86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0.xml"/><Relationship Id="rId5" Type="http://schemas.openxmlformats.org/officeDocument/2006/relationships/slide" Target="slides/slide21.xml"/><Relationship Id="rId6" Type="http://schemas.openxmlformats.org/officeDocument/2006/relationships/slide" Target="slides/slide22.xml"/><Relationship Id="rId7" Type="http://schemas.openxmlformats.org/officeDocument/2006/relationships/slide" Target="slides/slide23.xml"/><Relationship Id="rId8" Type="http://schemas.openxmlformats.org/officeDocument/2006/relationships/slide" Target="slides/slide24.xml"/><Relationship Id="rId9" Type="http://schemas.openxmlformats.org/officeDocument/2006/relationships/slide" Target="slides/slide25.xml"/><Relationship Id="rId10" Type="http://schemas.openxmlformats.org/officeDocument/2006/relationships/slide" Target="slides/slide26.xml"/><Relationship Id="rId11" Type="http://schemas.openxmlformats.org/officeDocument/2006/relationships/slide" Target="slides/slide27.xml"/><Relationship Id="rId12" Type="http://schemas.openxmlformats.org/officeDocument/2006/relationships/slide" Target="slides/slide28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37.xml"/><Relationship Id="rId17" Type="http://schemas.openxmlformats.org/officeDocument/2006/relationships/slide" Target="slides/slide38.xml"/><Relationship Id="rId18" Type="http://schemas.openxmlformats.org/officeDocument/2006/relationships/slide" Target="slides/slide44.xml"/><Relationship Id="rId19" Type="http://schemas.openxmlformats.org/officeDocument/2006/relationships/slide" Target="slides/slide45.xml"/><Relationship Id="rId20" Type="http://schemas.openxmlformats.org/officeDocument/2006/relationships/slide" Target="slides/slide46.xml"/><Relationship Id="rId21" Type="http://schemas.openxmlformats.org/officeDocument/2006/relationships/slide" Target="slides/slide47.xml"/><Relationship Id="rId22" Type="http://schemas.openxmlformats.org/officeDocument/2006/relationships/slide" Target="slides/slide48.xml"/><Relationship Id="rId23" Type="http://schemas.openxmlformats.org/officeDocument/2006/relationships/slide" Target="slides/slide49.xml"/><Relationship Id="rId24" Type="http://schemas.openxmlformats.org/officeDocument/2006/relationships/slide" Target="slides/slide50.xml"/><Relationship Id="rId25" Type="http://schemas.openxmlformats.org/officeDocument/2006/relationships/slide" Target="slides/slide51.xml"/><Relationship Id="rId26" Type="http://schemas.openxmlformats.org/officeDocument/2006/relationships/slide" Target="slides/slide52.xml"/><Relationship Id="rId27" Type="http://schemas.openxmlformats.org/officeDocument/2006/relationships/slide" Target="slides/slide53.xml"/><Relationship Id="rId28" Type="http://schemas.openxmlformats.org/officeDocument/2006/relationships/slide" Target="slides/slide54.xml"/><Relationship Id="rId29" Type="http://schemas.openxmlformats.org/officeDocument/2006/relationships/slide" Target="slides/slide55.xml"/><Relationship Id="rId30" Type="http://schemas.openxmlformats.org/officeDocument/2006/relationships/slide" Target="slides/slide56.xml"/><Relationship Id="rId31" Type="http://schemas.openxmlformats.org/officeDocument/2006/relationships/slide" Target="slides/slide57.xml"/><Relationship Id="rId32" Type="http://schemas.openxmlformats.org/officeDocument/2006/relationships/slide" Target="slides/slide58.xml"/><Relationship Id="rId33" Type="http://schemas.openxmlformats.org/officeDocument/2006/relationships/slide" Target="slides/slide59.xml"/><Relationship Id="rId34" Type="http://schemas.openxmlformats.org/officeDocument/2006/relationships/slide" Target="slides/slide60.xml"/><Relationship Id="rId35" Type="http://schemas.openxmlformats.org/officeDocument/2006/relationships/slide" Target="slides/slide61.xml"/><Relationship Id="rId36" Type="http://schemas.openxmlformats.org/officeDocument/2006/relationships/slide" Target="slides/slide62.xml"/><Relationship Id="rId37" Type="http://schemas.openxmlformats.org/officeDocument/2006/relationships/slide" Target="slides/slide63.xml"/><Relationship Id="rId38" Type="http://schemas.openxmlformats.org/officeDocument/2006/relationships/slide" Target="slides/slide64.xml"/><Relationship Id="rId39" Type="http://schemas.openxmlformats.org/officeDocument/2006/relationships/slide" Target="slides/slide65.xml"/><Relationship Id="rId40" Type="http://schemas.openxmlformats.org/officeDocument/2006/relationships/slide" Target="slides/slide66.xml"/><Relationship Id="rId41" Type="http://schemas.openxmlformats.org/officeDocument/2006/relationships/slide" Target="slides/slide67.xml"/><Relationship Id="rId42" Type="http://schemas.openxmlformats.org/officeDocument/2006/relationships/slide" Target="slides/slide68.xml"/><Relationship Id="rId43" Type="http://schemas.openxmlformats.org/officeDocument/2006/relationships/slide" Target="slides/slide69.xml"/><Relationship Id="rId44" Type="http://schemas.openxmlformats.org/officeDocument/2006/relationships/slide" Target="slides/slide70.xml"/><Relationship Id="rId45" Type="http://schemas.openxmlformats.org/officeDocument/2006/relationships/slide" Target="slides/slide71.xml"/><Relationship Id="rId46" Type="http://schemas.openxmlformats.org/officeDocument/2006/relationships/slide" Target="slides/slide72.xml"/><Relationship Id="rId47" Type="http://schemas.openxmlformats.org/officeDocument/2006/relationships/slide" Target="slides/slide73.xml"/><Relationship Id="rId48" Type="http://schemas.openxmlformats.org/officeDocument/2006/relationships/slide" Target="slides/slide74.xml"/><Relationship Id="rId49" Type="http://schemas.openxmlformats.org/officeDocument/2006/relationships/slide" Target="slides/slide75.xml"/><Relationship Id="rId50" Type="http://schemas.openxmlformats.org/officeDocument/2006/relationships/slide" Target="slides/slide80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76.xml"/><Relationship Id="rId57" Type="http://schemas.openxmlformats.org/officeDocument/2006/relationships/slide" Target="slides/slide77.xml"/><Relationship Id="rId58" Type="http://schemas.openxmlformats.org/officeDocument/2006/relationships/slide" Target="slides/slide78.xml"/><Relationship Id="rId59" Type="http://schemas.openxmlformats.org/officeDocument/2006/relationships/slide" Target="slides/slide79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5.xml"/><Relationship Id="rId72" Type="http://schemas.openxmlformats.org/officeDocument/2006/relationships/slide" Target="slides/slide16.xml"/><Relationship Id="rId73" Type="http://schemas.openxmlformats.org/officeDocument/2006/relationships/slide" Target="slides/slide17.xml"/><Relationship Id="rId74" Type="http://schemas.openxmlformats.org/officeDocument/2006/relationships/slide" Target="slides/slide18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9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.xml"/><Relationship Id="rId81" Type="http://schemas.openxmlformats.org/officeDocument/2006/relationships/slide" Target="slides/slide39.xml"/><Relationship Id="rId82" Type="http://schemas.openxmlformats.org/officeDocument/2006/relationships/slide" Target="slides/slide40.xml"/><Relationship Id="rId83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14.xml"/><Relationship Id="rId86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Фичи стрима → команды → истории.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Календарь каждой команды на одной шкале.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Итерации PI, прогресс фич и команд по SP.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Межкомандные зависимости — стрелками.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план позже нужной итерации.</a:t>
            </a:r>
          </a:p>
        </p:txBody>
      </p:sp>
      <p:pic>
        <p:nvPicPr>
          <p:cNvPr id="6" name="Picture 5" descr="s_s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лёгкий вид и PPTX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Режимы, фокус, презентация.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Обзор / План / Контроль / Этапы.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строка инструментов, легенда по кнопке.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Фокус на цепочке элемента, компактные строки.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PPTX: обзор, слайд на эпик, сводка.</a:t>
            </a:r>
          </a:p>
        </p:txBody>
      </p:sp>
      <p:pic>
        <p:nvPicPr>
          <p:cNvPr id="7" name="Picture 6" descr="s_hgfoc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