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14" r:id="rId65"/>
    <p:sldId id="315" r:id="rId66"/>
    <p:sldId id="316" r:id="rId67"/>
    <p:sldId id="317" r:id="rId68"/>
    <p:sldId id="324" r:id="rId75"/>
    <p:sldId id="325" r:id="rId76"/>
    <p:sldId id="318" r:id="rId69"/>
    <p:sldId id="319" r:id="rId70"/>
    <p:sldId id="320" r:id="rId71"/>
    <p:sldId id="321" r:id="rId72"/>
    <p:sldId id="322" r:id="rId73"/>
    <p:sldId id="323" r:id="rId74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5.xml"/><Relationship Id="rId5" Type="http://schemas.openxmlformats.org/officeDocument/2006/relationships/slide" Target="slides/slide16.xml"/><Relationship Id="rId6" Type="http://schemas.openxmlformats.org/officeDocument/2006/relationships/slide" Target="slides/slide17.xml"/><Relationship Id="rId7" Type="http://schemas.openxmlformats.org/officeDocument/2006/relationships/slide" Target="slides/slide18.xml"/><Relationship Id="rId8" Type="http://schemas.openxmlformats.org/officeDocument/2006/relationships/slide" Target="slides/slide19.xml"/><Relationship Id="rId9" Type="http://schemas.openxmlformats.org/officeDocument/2006/relationships/slide" Target="slides/slide20.xml"/><Relationship Id="rId10" Type="http://schemas.openxmlformats.org/officeDocument/2006/relationships/slide" Target="slides/slide21.xml"/><Relationship Id="rId11" Type="http://schemas.openxmlformats.org/officeDocument/2006/relationships/slide" Target="slides/slide22.xml"/><Relationship Id="rId12" Type="http://schemas.openxmlformats.org/officeDocument/2006/relationships/slide" Target="slides/slide23.xml"/><Relationship Id="rId13" Type="http://schemas.openxmlformats.org/officeDocument/2006/relationships/slide" Target="slides/slide29.xml"/><Relationship Id="rId14" Type="http://schemas.openxmlformats.org/officeDocument/2006/relationships/slide" Target="slides/slide30.xml"/><Relationship Id="rId15" Type="http://schemas.openxmlformats.org/officeDocument/2006/relationships/slide" Target="slides/slide31.xml"/><Relationship Id="rId16" Type="http://schemas.openxmlformats.org/officeDocument/2006/relationships/slide" Target="slides/slide32.xml"/><Relationship Id="rId17" Type="http://schemas.openxmlformats.org/officeDocument/2006/relationships/slide" Target="slides/slide33.xml"/><Relationship Id="rId18" Type="http://schemas.openxmlformats.org/officeDocument/2006/relationships/slide" Target="slides/slide34.xml"/><Relationship Id="rId19" Type="http://schemas.openxmlformats.org/officeDocument/2006/relationships/slide" Target="slides/slide35.xml"/><Relationship Id="rId20" Type="http://schemas.openxmlformats.org/officeDocument/2006/relationships/slide" Target="slides/slide36.xml"/><Relationship Id="rId21" Type="http://schemas.openxmlformats.org/officeDocument/2006/relationships/slide" Target="slides/slide37.xml"/><Relationship Id="rId22" Type="http://schemas.openxmlformats.org/officeDocument/2006/relationships/slide" Target="slides/slide38.xml"/><Relationship Id="rId23" Type="http://schemas.openxmlformats.org/officeDocument/2006/relationships/slide" Target="slides/slide39.xml"/><Relationship Id="rId24" Type="http://schemas.openxmlformats.org/officeDocument/2006/relationships/slide" Target="slides/slide40.xml"/><Relationship Id="rId25" Type="http://schemas.openxmlformats.org/officeDocument/2006/relationships/slide" Target="slides/slide41.xml"/><Relationship Id="rId26" Type="http://schemas.openxmlformats.org/officeDocument/2006/relationships/slide" Target="slides/slide42.xml"/><Relationship Id="rId27" Type="http://schemas.openxmlformats.org/officeDocument/2006/relationships/slide" Target="slides/slide43.xml"/><Relationship Id="rId28" Type="http://schemas.openxmlformats.org/officeDocument/2006/relationships/slide" Target="slides/slide44.xml"/><Relationship Id="rId29" Type="http://schemas.openxmlformats.org/officeDocument/2006/relationships/slide" Target="slides/slide45.xml"/><Relationship Id="rId30" Type="http://schemas.openxmlformats.org/officeDocument/2006/relationships/slide" Target="slides/slide46.xml"/><Relationship Id="rId31" Type="http://schemas.openxmlformats.org/officeDocument/2006/relationships/slide" Target="slides/slide47.xml"/><Relationship Id="rId32" Type="http://schemas.openxmlformats.org/officeDocument/2006/relationships/slide" Target="slides/slide48.xml"/><Relationship Id="rId33" Type="http://schemas.openxmlformats.org/officeDocument/2006/relationships/slide" Target="slides/slide49.xml"/><Relationship Id="rId34" Type="http://schemas.openxmlformats.org/officeDocument/2006/relationships/slide" Target="slides/slide50.xml"/><Relationship Id="rId35" Type="http://schemas.openxmlformats.org/officeDocument/2006/relationships/slide" Target="slides/slide51.xml"/><Relationship Id="rId36" Type="http://schemas.openxmlformats.org/officeDocument/2006/relationships/slide" Target="slides/slide52.xml"/><Relationship Id="rId37" Type="http://schemas.openxmlformats.org/officeDocument/2006/relationships/slide" Target="slides/slide53.xml"/><Relationship Id="rId38" Type="http://schemas.openxmlformats.org/officeDocument/2006/relationships/slide" Target="slides/slide54.xml"/><Relationship Id="rId39" Type="http://schemas.openxmlformats.org/officeDocument/2006/relationships/slide" Target="slides/slide55.xml"/><Relationship Id="rId40" Type="http://schemas.openxmlformats.org/officeDocument/2006/relationships/slide" Target="slides/slide56.xml"/><Relationship Id="rId41" Type="http://schemas.openxmlformats.org/officeDocument/2006/relationships/slide" Target="slides/slide57.xml"/><Relationship Id="rId42" Type="http://schemas.openxmlformats.org/officeDocument/2006/relationships/slide" Target="slides/slide58.xml"/><Relationship Id="rId43" Type="http://schemas.openxmlformats.org/officeDocument/2006/relationships/slide" Target="slides/slide59.xml"/><Relationship Id="rId44" Type="http://schemas.openxmlformats.org/officeDocument/2006/relationships/slide" Target="slides/slide60.xml"/><Relationship Id="rId45" Type="http://schemas.openxmlformats.org/officeDocument/2006/relationships/slide" Target="slides/slide61.xml"/><Relationship Id="rId46" Type="http://schemas.openxmlformats.org/officeDocument/2006/relationships/slide" Target="slides/slide62.xml"/><Relationship Id="rId47" Type="http://schemas.openxmlformats.org/officeDocument/2006/relationships/slide" Target="slides/slide63.xml"/><Relationship Id="rId48" Type="http://schemas.openxmlformats.org/officeDocument/2006/relationships/slide" Target="slides/slide64.xml"/><Relationship Id="rId49" Type="http://schemas.openxmlformats.org/officeDocument/2006/relationships/slide" Target="slides/slide65.xml"/><Relationship Id="rId50" Type="http://schemas.openxmlformats.org/officeDocument/2006/relationships/slide" Target="slides/slide70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66.xml"/><Relationship Id="rId57" Type="http://schemas.openxmlformats.org/officeDocument/2006/relationships/slide" Target="slides/slide67.xml"/><Relationship Id="rId58" Type="http://schemas.openxmlformats.org/officeDocument/2006/relationships/slide" Target="slides/slide68.xml"/><Relationship Id="rId59" Type="http://schemas.openxmlformats.org/officeDocument/2006/relationships/slide" Target="slides/slide69.xml"/><Relationship Id="rId60" Type="http://schemas.openxmlformats.org/officeDocument/2006/relationships/slide" Target="slides/slide24.xml"/><Relationship Id="rId61" Type="http://schemas.openxmlformats.org/officeDocument/2006/relationships/slide" Target="slides/slide25.xml"/><Relationship Id="rId62" Type="http://schemas.openxmlformats.org/officeDocument/2006/relationships/slide" Target="slides/slide26.xml"/><Relationship Id="rId63" Type="http://schemas.openxmlformats.org/officeDocument/2006/relationships/slide" Target="slides/slide27.xml"/><Relationship Id="rId64" Type="http://schemas.openxmlformats.org/officeDocument/2006/relationships/slide" Target="slides/slide28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5.xml"/><Relationship Id="rId68" Type="http://schemas.openxmlformats.org/officeDocument/2006/relationships/slide" Target="slides/slide6.xml"/><Relationship Id="rId69" Type="http://schemas.openxmlformats.org/officeDocument/2006/relationships/slide" Target="slides/slide9.xml"/><Relationship Id="rId70" Type="http://schemas.openxmlformats.org/officeDocument/2006/relationships/slide" Target="slides/slide10.xml"/><Relationship Id="rId71" Type="http://schemas.openxmlformats.org/officeDocument/2006/relationships/slide" Target="slides/slide11.xml"/><Relationship Id="rId72" Type="http://schemas.openxmlformats.org/officeDocument/2006/relationships/slide" Target="slides/slide12.xml"/><Relationship Id="rId73" Type="http://schemas.openxmlformats.org/officeDocument/2006/relationships/slide" Target="slides/slide13.xml"/><Relationship Id="rId74" Type="http://schemas.openxmlformats.org/officeDocument/2006/relationships/slide" Target="slides/slide14.xml"/><Relationship Id="rId75" Type="http://schemas.openxmlformats.org/officeDocument/2006/relationships/slide" Target="slides/slide7.xml"/><Relationship Id="rId7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стримами и командами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стримов из нескольких кросс-функциональных команд: данные команд, уровень стрима,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 — несколько команд, один поток ценности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Стрим (поток ценности, Agile Release Train) объединяет 5 и более кросс-функциональных команд, которые вместе поставляют ценность заказчику.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У каждой команды свои бэклог, спринты, доска и метрики, но планируются и синхронизируются они вместе: общий бэклог фич, PI-планирование, межкомандные зависимости и риски.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ведёт каждую команду отдельно (своя схема данных) и собирает их в стрим: обзор стрима, фичи с WSJF, PI-доска, ROAM, Scrum of Scrums и System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Стримы 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Оргструктура «Стрим → Команда».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Переключатель «Стрим › Команда» в шапке — данные каждой команды отдельно.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создаётся пустой или копией; импорт команды из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 на стрим и на команду; без назначений — общая роль.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сервере — своя схема БД у каждой команды.</a:t>
            </a:r>
          </a:p>
        </p:txBody>
      </p:sp>
      <p:pic>
        <p:nvPicPr>
          <p:cNvPr id="6" name="Picture 5" descr="s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показатели стрима и каждой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«Требует внимания»: риски срыва, перегруз, баги, конфликты,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KPI: velocity, health, предсказуемость PI, фичи, burn-up, System Demo.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Вкладки: сводка, команды, поток, качество, люди, 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формулы, что и на дашборде команды.</a:t>
            </a:r>
          </a:p>
        </p:txBody>
      </p:sp>
      <p:pic>
        <p:nvPicPr>
          <p:cNvPr id="6" name="Picture 5" descr="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Графики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Burn-up PI и velocity по итерациям.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Burn-up: объём историй фич PI, сделанное и идеальный темп.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Velocity каждой команды по итерациям 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текущего PI по WSJF с прогрессом.</a:t>
            </a:r>
          </a:p>
        </p:txBody>
      </p:sp>
      <p:pic>
        <p:nvPicPr>
          <p:cNvPr id="6" name="Picture 5" descr="s_ch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Тепловая матрица, карточки и панель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Матрица: цвет ячейки — светофор показателя, сортировка.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Карточки: 6 главных показателей и тренд velocity.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команды: причины риска и все показатели по группам.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«Открыть команду» — переход в её данные.</a:t>
            </a:r>
          </a:p>
        </p:txBody>
      </p:sp>
      <p:pic>
        <p:nvPicPr>
          <p:cNvPr id="6" name="Picture 5" descr="s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поток, качество,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по итерациям — тренды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Поток: cycle time, WIP, say/do, загрузка, распределение работы.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Качество: баги по серьёзности, DRE, DoD, DORA, техдолг.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Люди: Health Check, настроение, SPOF, импедименты.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Тренды: срезы показателей по итерациям PI.</a:t>
            </a:r>
          </a:p>
        </p:txBody>
      </p:sp>
      <p:pic>
        <p:nvPicPr>
          <p:cNvPr id="6" name="Picture 5" descr="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Фичи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Бэклог фич с WSJF — таблицей или канбаном.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WSJF = (BV + TC + RR) / размер; статус, PI,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Канбан: Воронка → Анализ → Бэклог → В работе → Готово.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История» — история фичи сразу в бэклоге нужной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фичи — по статусам её историй в командах.</a:t>
            </a:r>
          </a:p>
        </p:txBody>
      </p:sp>
      <p:pic>
        <p:nvPicPr>
          <p:cNvPr id="6" name="Picture 5" descr="s_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PI стрима: программная доска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Команды × итерации инкремента.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строится из историй фич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Готовые фичи — зелёные, зависимости — 🔗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Параметры PI: старт, число итераций, несколько PI.</a:t>
            </a:r>
          </a:p>
        </p:txBody>
      </p:sp>
      <p:pic>
        <p:nvPicPr>
          <p:cNvPr id="6" name="Picture 5" descr="s_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PI и межкомандные 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Предсказуемость и контроль сроков.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Цели команд с плановой и фактической бизнес-ценностью.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Предсказуемость PI = факт / план по обязательным целям.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Зависимости: кто ждёт, кто делает, к какой итерации.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Конфликт сроков и блокировки подсвечиваются красным.</a:t>
            </a:r>
          </a:p>
        </p:txBody>
      </p:sp>
      <p:pic>
        <p:nvPicPr>
          <p:cNvPr id="6" name="Picture 5" descr="s_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🛡️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 ROAM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Риски уровня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Resolved, Owned, Accepted, Mitigated — сводка по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Высокие риски команд переносятся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Владелец, срок и решение по каждому риску.</a:t>
            </a:r>
          </a:p>
        </p:txBody>
      </p:sp>
      <p:pic>
        <p:nvPicPr>
          <p:cNvPr id="6" name="Picture 5" descr="s_ro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 of Scrums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Синхронизация команд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формируется из данных команд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спринта, импедименты, блокеры, кому нужна помощь.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Открытые межкомандные зависимости под рукой.</a:t>
            </a:r>
          </a:p>
        </p:txBody>
      </p:sp>
      <p:pic>
        <p:nvPicPr>
          <p:cNvPr id="6" name="Picture 5" descr="s_s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Совместный показ стрима в конце итерации.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— фичи с готовыми в итерации историями.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Отзывы стейкхолдеров и итог «Принято / Доработать».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Доля принятых фич по PI.</a:t>
            </a:r>
          </a:p>
        </p:txBody>
      </p:sp>
      <p:pic>
        <p:nvPicPr>
          <p:cNvPr id="6" name="Picture 5" descr="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для стримов из нескольких команд: от бэклога каждой команды до PI-планирования стрима —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Стримы и команды: своя схема данных, роли на стрим и команду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Уровень стрима: дашборд, фичи, PI-доска, ROAM, Scrum of Scrums, System Demo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Для каждой команды — Kanban, RICE, церемонии, доска и 50+ разделов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Совместная доска в реальном времени — своя у каждой команды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Роли в PostgreSQL, проверка прав в Java и Python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github.com/neoandrey1985/Upravlenie-streamami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